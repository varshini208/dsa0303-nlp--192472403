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897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10901" y="1761744"/>
            <a:ext cx="5532120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DSA0303 · NATURAL LANGUAGE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94760" y="2076067"/>
            <a:ext cx="474916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Porter Stemmer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4740" y="3116005"/>
            <a:ext cx="48825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Design, Working Mechanism &amp; Applications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28535" y="4617720"/>
            <a:ext cx="420624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342821" y="4742307"/>
            <a:ext cx="243459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28535" y="5047867"/>
            <a:ext cx="41205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T. Sai Varshini   &amp;   Bhumika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42821" y="5505067"/>
            <a:ext cx="16964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GUIDED BY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42821" y="5913503"/>
            <a:ext cx="24822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Dr. V. K. Gnanavel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CFC5C4-C554-44AC-AC65-36873834F8A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361" y="120775"/>
            <a:ext cx="7153275" cy="12352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7531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Stemming — and Why NLP Needs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Stemming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removing the ending letters (suffixes) from a word to get its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word (stem).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 Normalization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9443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Groups word variants so 'connect', 'connected', 'connecting' are treated as one unit.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5204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Search &amp; Indexing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38130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vocabulary size for search engines and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information faster.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NLP Preprocessing Step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7280" y="46817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71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before classification, clustering, and text-mining tasks.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1600200"/>
            <a:ext cx="5212080" cy="3953933"/>
          </a:xfrm>
          <a:prstGeom prst="roundRect">
            <a:avLst>
              <a:gd name="adj" fmla="val 2400"/>
            </a:avLst>
          </a:prstGeom>
          <a:solidFill>
            <a:srgbClr val="E7F5F3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874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STEM, MANY FORMS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33172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66560" y="289864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8986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3465576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46557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4032504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40325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4599432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45994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829800" y="2560320"/>
            <a:ext cx="5029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29800" y="329184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9829800" y="32918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5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29800" y="3977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ALGORITHM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02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Porter Stemmer — Design Principles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Developed by </a:t>
            </a:r>
            <a:r>
              <a:rPr lang="en-US" sz="15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Martin Porter (1980)</a:t>
            </a:r>
            <a:r>
              <a:rPr lang="en-US" sz="1500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it is a rule-based, suffix-stripping algorithm for English — the most widely used stemming algorithm in NLP and information retrieval.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7F5F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V &amp; 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Vowel / Consonant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071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letter in a word is classed as a vowel (V) or consonant (C); 'y' is a vowel only when not preceded by a consonant.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7F5F3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78892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7889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0916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Measure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40690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071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word is written as [C](VC)^m[V]. The integer m — the count of VC repeats — decides which rules may fire.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0" y="25146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7F5F3"/>
          </a:solidFill>
          <a:ln/>
        </p:spPr>
      </p:sp>
      <p:sp>
        <p:nvSpPr>
          <p:cNvPr id="16" name="Shape 14"/>
          <p:cNvSpPr/>
          <p:nvPr/>
        </p:nvSpPr>
        <p:spPr>
          <a:xfrm>
            <a:off x="8549640" y="278892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7889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[C](VC)^m[V]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4964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Word Structure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49640" y="40690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071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English word fits this template, giving the algorithm a precise way to test suffix-removal conditions.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832" y="637201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WORKING MECHANISM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1018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02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Five Sequential Rule Phases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335024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5024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Plurals &amp; Past Tense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Strip -SSES, -IES, -S, -EED, -ED, -ING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5212080"/>
            <a:ext cx="17190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85800" y="530352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SSES → SS   caresses → caress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61488" y="214884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47872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71216" y="30632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 → I Conversion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98648" y="379476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 a terminal Y to I if preceded by a consonant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944368" y="5212080"/>
            <a:ext cx="17190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898648" y="530352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happy → happi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74336" y="214884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5760720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84064" y="30632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Double Suffixes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11496" y="379476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 derivational suffixes like -ATIONAL, -IZATION, -FULNESS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57216" y="5212080"/>
            <a:ext cx="17190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111496" y="530352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national → nation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87184" y="214884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00A896"/>
          </a:solidFill>
          <a:ln/>
        </p:spPr>
      </p:sp>
      <p:sp>
        <p:nvSpPr>
          <p:cNvPr id="27" name="Shape 25"/>
          <p:cNvSpPr/>
          <p:nvPr/>
        </p:nvSpPr>
        <p:spPr>
          <a:xfrm>
            <a:off x="7973568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973568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96912" y="30632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Residual Suffixes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24344" y="379476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Remove -ATE, - IVE, -IZE, -ABLE etc. when m &gt; 0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370064" y="5212080"/>
            <a:ext cx="17190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7324344" y="530352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formative → form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400032" y="214884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02809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86416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0186416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509760" y="306324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Cleanup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537192" y="379476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Remove trailing -E, reduce double letters when m &gt; 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582912" y="5212080"/>
            <a:ext cx="17190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9537192" y="530352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probate → probat → prob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02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Worked Examples — Word to Stem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71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Applying the five phases in sequence reduces each surface form to a single, compact stem: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B35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ORIGINAL WORD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0" y="21488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STEMMED FORM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46720" y="21488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 APPLIED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036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302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CARESSES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299923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99923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CARESS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0" y="28803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071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SSES → SS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1188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302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PONIES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373075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7307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PONI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46720" y="361188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071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IES → I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34340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302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TROUBLING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44622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446227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TROUBL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46720" y="434340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071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ING removed, measure &gt; 0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0749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302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NATIONAL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54880" y="519379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51937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NATION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46720" y="50749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071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ATIONAL → ATE → drop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8064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302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RELATIONAL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592531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592531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RELATE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46720" y="58064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071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ATIONAL → ATE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02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Applications, Strengths &amp; Limitations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23865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58568"/>
            <a:ext cx="4526280" cy="4253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Search engines &amp; query matching (Information Retrieval)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3192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191256"/>
            <a:ext cx="4526280" cy="4253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 mining and document clustering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425196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123944"/>
            <a:ext cx="4526280" cy="4253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Search-index compression and vocabulary reduction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51846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5056632"/>
            <a:ext cx="4526280" cy="4253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 for sentiment analysis &amp; classification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5532120" cy="2194560"/>
          </a:xfrm>
          <a:prstGeom prst="roundRect">
            <a:avLst>
              <a:gd name="adj" fmla="val 5000"/>
            </a:avLst>
          </a:prstGeom>
          <a:solidFill>
            <a:srgbClr val="E7F5F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830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Simple, fast, and rule-based — no training data needed
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Deterministic and reproducible results
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30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Widely implemented — NLTK, Lucene, Elasticsearch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80760" y="3977640"/>
            <a:ext cx="5532120" cy="2194560"/>
          </a:xfrm>
          <a:prstGeom prst="roundRect">
            <a:avLst>
              <a:gd name="adj" fmla="val 5000"/>
            </a:avLst>
          </a:prstGeom>
          <a:solidFill>
            <a:srgbClr val="0B353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1605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44805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Over-stemming: unrelated words reduced to one stem
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Under-stemming: related words left with different stems
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Produces stems that are not always real dictionary words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474720" cy="347472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157217" y="1695291"/>
            <a:ext cx="545422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Thank You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12729" y="2688431"/>
            <a:ext cx="27432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24813" y="2838291"/>
            <a:ext cx="41190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T. Sai Varshini   &amp;   Bhumika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6815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Guided by Dr. V. K. Gnanavel  ·  DSA03 — Natural Language Processing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27154-4D05-460A-B39D-7C89CC60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375" y="2011098"/>
            <a:ext cx="1158145" cy="15556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06166-B1B5-490C-8D73-711275BE3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08" y="542192"/>
            <a:ext cx="8175784" cy="577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52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555</Words>
  <Application>Microsoft Office PowerPoint</Application>
  <PresentationFormat>Widescreen</PresentationFormat>
  <Paragraphs>104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Ms Tech Care</cp:lastModifiedBy>
  <cp:revision>10</cp:revision>
  <dcterms:created xsi:type="dcterms:W3CDTF">2026-07-16T15:28:29Z</dcterms:created>
  <dcterms:modified xsi:type="dcterms:W3CDTF">2026-07-20T08:50:45Z</dcterms:modified>
</cp:coreProperties>
</file>